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87EE1-5FC4-232D-15E4-E099621B9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240" y="737419"/>
            <a:ext cx="7610166" cy="2271252"/>
          </a:xfrm>
        </p:spPr>
        <p:txBody>
          <a:bodyPr>
            <a:normAutofit/>
          </a:bodyPr>
          <a:lstStyle/>
          <a:p>
            <a:r>
              <a:rPr lang="en-IN" sz="2000" dirty="0" err="1"/>
              <a:t>SmartCart</a:t>
            </a:r>
            <a:r>
              <a:rPr lang="en-IN" sz="2000" dirty="0"/>
              <a:t> - A Dictionary-Based Fuzzy Search and Spell Correction Engine for Smart Shopping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F4D0AE-7445-D327-C4EB-A150505B7B26}"/>
              </a:ext>
            </a:extLst>
          </p:cNvPr>
          <p:cNvSpPr txBox="1"/>
          <p:nvPr/>
        </p:nvSpPr>
        <p:spPr>
          <a:xfrm flipH="1">
            <a:off x="5417573" y="4649290"/>
            <a:ext cx="337246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Team Members:</a:t>
            </a:r>
            <a:endParaRPr lang="en-IN" dirty="0"/>
          </a:p>
          <a:p>
            <a:pPr lvl="0"/>
            <a:r>
              <a:rPr lang="en-IN" b="1" dirty="0"/>
              <a:t>Bhanu Jakka</a:t>
            </a:r>
            <a:r>
              <a:rPr lang="en-IN" dirty="0"/>
              <a:t> — 2520030006 </a:t>
            </a:r>
          </a:p>
          <a:p>
            <a:pPr lvl="0"/>
            <a:r>
              <a:rPr lang="en-IN" b="1" dirty="0"/>
              <a:t>Akshita Anand</a:t>
            </a:r>
            <a:r>
              <a:rPr lang="en-IN" dirty="0"/>
              <a:t> — 2520030043 </a:t>
            </a:r>
          </a:p>
          <a:p>
            <a:pPr lvl="0"/>
            <a:r>
              <a:rPr lang="en-IN" b="1" dirty="0"/>
              <a:t>Harini .P</a:t>
            </a:r>
            <a:r>
              <a:rPr lang="en-IN" dirty="0"/>
              <a:t> — 2520030177 </a:t>
            </a:r>
          </a:p>
        </p:txBody>
      </p:sp>
    </p:spTree>
    <p:extLst>
      <p:ext uri="{BB962C8B-B14F-4D97-AF65-F5344CB8AC3E}">
        <p14:creationId xmlns:p14="http://schemas.microsoft.com/office/powerpoint/2010/main" val="1467778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t>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7252" y="1170039"/>
            <a:ext cx="7384025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  <a:defRPr sz="1600">
                <a:latin typeface="Times New Roman"/>
              </a:defRPr>
            </a:pPr>
            <a:r>
              <a:rPr lang="en-IN" sz="2000" dirty="0"/>
              <a:t>Online shopping platforms handle thousands of product searches every minute, and two problems repeatedly affect the customer experience: customers filtering a large </a:t>
            </a:r>
            <a:r>
              <a:rPr lang="en-IN" sz="2000" dirty="0" err="1"/>
              <a:t>catalog</a:t>
            </a:r>
            <a:r>
              <a:rPr lang="en-IN" sz="2000" dirty="0"/>
              <a:t> by several keywords at once, and customers misspelling product or brand names while searching. Exact string matching cannot handle either case efficiently or gracefully. This project presents </a:t>
            </a:r>
            <a:r>
              <a:rPr lang="en-IN" sz="2000" dirty="0" err="1"/>
              <a:t>SmartCart</a:t>
            </a:r>
            <a:r>
              <a:rPr lang="en-IN" sz="2000" dirty="0"/>
              <a:t>, a product search and correction engine that combines multiple string-matching and edit-distance algorithms to solve both problems within a single, realistic e-commerce scenario. The system stores a dictionary of </a:t>
            </a:r>
            <a:r>
              <a:rPr lang="en-IN" sz="2000" dirty="0" err="1"/>
              <a:t>catalog</a:t>
            </a:r>
            <a:r>
              <a:rPr lang="en-IN" sz="2000" dirty="0"/>
              <a:t> keywords and brand terms in a Trie, organizing them character by character so that words sharing common prefixes share the same path. The Aho-</a:t>
            </a:r>
            <a:r>
              <a:rPr lang="en-IN" sz="2000" dirty="0" err="1"/>
              <a:t>Corasick</a:t>
            </a:r>
            <a:r>
              <a:rPr lang="en-IN" sz="2000" dirty="0"/>
              <a:t> algorithm is built on top of this Trie using failure links, allowing the system to scan a product description or a customer's multi-keyword filter query once and instantly report every </a:t>
            </a:r>
            <a:r>
              <a:rPr lang="en-IN" sz="2000" dirty="0" err="1"/>
              <a:t>catalog</a:t>
            </a:r>
            <a:r>
              <a:rPr lang="en-IN" sz="2000" dirty="0"/>
              <a:t> keyword present in it. </a:t>
            </a:r>
            <a:endParaRPr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236DD0E-9B13-B7CB-C981-734747198D24}"/>
              </a:ext>
            </a:extLst>
          </p:cNvPr>
          <p:cNvSpPr txBox="1"/>
          <p:nvPr/>
        </p:nvSpPr>
        <p:spPr>
          <a:xfrm>
            <a:off x="722670" y="446836"/>
            <a:ext cx="782156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+mj-lt"/>
              </a:rPr>
              <a:t>The KMP algorithm is used when a customer wants to search for one exact product phrase within a description, using the Longest Prefix Suffix (LPS) array to avoid re-scanning characters after a mismatch. For spelling correction, the system uses the Wagner-Fischer algorithm to compute the standard edit distance between a mistyped search term and each dictionary entry, and the </a:t>
            </a:r>
            <a:r>
              <a:rPr lang="en-IN" sz="2000" dirty="0" err="1">
                <a:latin typeface="+mj-lt"/>
              </a:rPr>
              <a:t>Damerau-Levenshtein</a:t>
            </a:r>
            <a:r>
              <a:rPr lang="en-IN" sz="2000" dirty="0">
                <a:latin typeface="+mj-lt"/>
              </a:rPr>
              <a:t> algorithm to additionally account for adjacent character transpositions, a very common mobile-typing error. Together these produce a "Did you mean...?" style suggestion. By combining a Trie, Aho-</a:t>
            </a:r>
            <a:r>
              <a:rPr lang="en-IN" sz="2000" dirty="0" err="1">
                <a:latin typeface="+mj-lt"/>
              </a:rPr>
              <a:t>Corasick</a:t>
            </a:r>
            <a:r>
              <a:rPr lang="en-IN" sz="2000" dirty="0">
                <a:latin typeface="+mj-lt"/>
              </a:rPr>
              <a:t>, KMP, and dynamic-programming-based edit distance techniques within one shopping search assistant, the project demonstrates how these data structures and algorithms work together to solve genuine, everyday retrieval problems. </a:t>
            </a:r>
          </a:p>
        </p:txBody>
      </p:sp>
    </p:spTree>
    <p:extLst>
      <p:ext uri="{BB962C8B-B14F-4D97-AF65-F5344CB8AC3E}">
        <p14:creationId xmlns:p14="http://schemas.microsoft.com/office/powerpoint/2010/main" val="19594218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314</Words>
  <Application>Microsoft Office PowerPoint</Application>
  <PresentationFormat>On-screen Show (4:3)</PresentationFormat>
  <Paragraphs>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SmartCart - A Dictionary-Based Fuzzy Search and Spell Correction Engine for Smart Shopping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 HARINI</dc:creator>
  <cp:keywords/>
  <dc:description>generated using python-pptx</dc:description>
  <cp:lastModifiedBy>harinip2007@outlook.com</cp:lastModifiedBy>
  <cp:revision>3</cp:revision>
  <dcterms:created xsi:type="dcterms:W3CDTF">2013-01-27T09:14:16Z</dcterms:created>
  <dcterms:modified xsi:type="dcterms:W3CDTF">2026-09-12T08:33:14Z</dcterms:modified>
  <cp:category/>
</cp:coreProperties>
</file>