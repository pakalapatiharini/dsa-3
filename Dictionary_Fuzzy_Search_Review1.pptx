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Dictionary Query Engine with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Edit Distance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Fuzzy Search System for Large, Multilingual Dictionaries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Jakka</a:t>
            </a:r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2520030006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Akshita Anand</a:t>
            </a:r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2520030043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P</a:t>
            </a:r>
            <a:pPr indent="0" marL="0">
              <a:buNone/>
            </a:pPr>
            <a:r>
              <a:rPr lang="en-US" sz="14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2520030177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0" y="4846320"/>
            <a:ext cx="2377440" cy="2377440"/>
          </a:xfrm>
          <a:prstGeom prst="ellipse">
            <a:avLst/>
          </a:prstGeom>
          <a:solidFill>
            <a:srgbClr val="3B4856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5486400"/>
            <a:ext cx="1188720" cy="1188720"/>
          </a:xfrm>
          <a:prstGeom prst="ellipse">
            <a:avLst/>
          </a:prstGeom>
          <a:solidFill>
            <a:srgbClr val="1E7F72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large, multilingual dictionaries becomes unreliable when users make spelling mistakes, since exact-match systems return no results for even minor errors. This problem is amplified in Indian-language scripts, where Unicode complexity increases the likelihood of input mistakes, creating a real barrier to fast and accurate information retrieval.
</a:t>
            </a:r>
            <a:endParaRPr lang="en-US" sz="16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 Fuzzy Search System that retrieves relevant words despite misspelled queries. It measures how close a query is to each dictionary entry using an edit-distance based similarity score, ranks candidates accordingly, and returns the closest matches. The system is built to remain fast and accurate even as the dictionary size and language diversity grow.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681728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54456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/ approximate matching instead of rigid exact-match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48656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11149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based edit-distance computation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15584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67842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support and scalability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frequently mistype or misspell words when searching large dictionaries or multilingual corpora. Traditional exact-match search fails in these cases, and Unicode complexity in Indian-language scripts makes the problem worse — reducing retrieval accuracy and user satisfaction.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438144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1012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 system that retrieves correct words even when the query is misspelled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96849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close a query is to a dictionary word using a similarity measure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62686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return the most relevant suggestions to the 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13248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28523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efficiently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Unicode-Aware Indexing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dictionary search engine that correctly handles multilingual and Indic-script text.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Engine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71576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maximum edit distance between query and dictionary entries to detect near matches.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764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Ranking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6760" y="271576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order suggestions so the closest matches surface first.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142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Corpus Support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509320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sizeable, multilingual dictionaries without degrading response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397764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142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Suggestions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09160" y="509320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clear, corrected alternatives for misspelled queries.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429000" cy="2148840"/>
          </a:xfrm>
          <a:prstGeom prst="rect">
            <a:avLst>
              <a:gd name="adj" fmla="val 3404"/>
            </a:avLst>
          </a:prstGeom>
          <a:solidFill>
            <a:srgbClr val="F4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4142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6676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Structures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66760" y="509320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optimized indexing structures to keep lookups efficient as data grows.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97680" y="1691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2199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45059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— sequence alignment / edit-distance computation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9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20954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/ HashMap for dictionary indexing, 2-D arrays for DP tables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39896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68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96849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Unicode &amp; String libraries for multilingual support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498848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274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472744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/ Eclipse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5486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601675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7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functional, Unicode-aware fuzzy search engine that accurately retrieves and ranks dictionary matches even when queries contain spelling errors — handling large, multilingual datasets while noticeably improving search accuracy and user experience over traditional exact-match systems.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15384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087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correction of misspelled search queries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5902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relevant suggestions for every query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5221224"/>
            <a:ext cx="128016" cy="128016"/>
          </a:xfrm>
          <a:prstGeom prst="ellipse">
            <a:avLst/>
          </a:prstGeom>
          <a:solidFill>
            <a:srgbClr val="1E7F7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0932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performance on large, multilingual datasets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9718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2026-08-20T00:30:55Z</dcterms:created>
  <dcterms:modified xsi:type="dcterms:W3CDTF">2026-08-20T00:30:55Z</dcterms:modified>
</cp:coreProperties>
</file>